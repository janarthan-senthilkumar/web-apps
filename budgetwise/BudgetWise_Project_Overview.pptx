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92807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20040"/>
            <a:ext cx="1463040" cy="1463040"/>
          </a:xfrm>
          <a:prstGeom prst="ellipse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0" y="868680"/>
            <a:ext cx="1097280" cy="1097280"/>
          </a:xfrm>
          <a:prstGeom prst="ellipse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0F172A"/>
                </a:solidFill>
                <a:latin typeface="Calibri"/>
              </a:rPr>
              <a:t>BudgetWise Project Analysis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475569"/>
                </a:solidFill>
                <a:latin typeface="Calibri"/>
              </a:rPr>
              <a:t>Architecture, Modules, Data Flow, Use Cases, and ER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6858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Prepared from codebase review of React + Express + MongoDB implementation.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Includes implementation-aligned diagrams and six functional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Generated: April 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Frontend, API, and data layers as implemented in the BudgetWise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16916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User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Browser client
Triggers dashboard,
budget and expense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74519"/>
            <a:ext cx="2331720" cy="2103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React Frontend (Vite)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- React Router pages
- Shared components
- Recharts visualizations
- Axios API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371600"/>
            <a:ext cx="2880360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Node.js + Express API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- /api/budgets
- /api/expenses
- /api/stats
- Input checks + errors
- CORS and JSON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993392"/>
            <a:ext cx="14173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Mongoose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Schema +
ODM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719072"/>
            <a:ext cx="15087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MongoDB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Collections:
Budget
Expense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12848" y="2697480"/>
            <a:ext cx="310896" cy="30175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919472" y="2697480"/>
            <a:ext cx="292608" cy="30175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83879" y="2395728"/>
            <a:ext cx="237744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902952" y="2395728"/>
            <a:ext cx="219456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4965192" y="3730752"/>
            <a:ext cx="2359152" cy="265176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3730752"/>
            <a:ext cx="1325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JSON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8348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Key implementation traits: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- Frontend uses /api proxy through Vite.</a:t>
            </a:r>
            <a:br/>
            <a:r>
              <a:rPr sz="1100" b="0">
                <a:solidFill>
                  <a:srgbClr val="475569"/>
                </a:solidFill>
                <a:latin typeface="Calibri"/>
              </a:rPr>
              <a:t>- Backend seeds default budgets and expenses on first startup.</a:t>
            </a:r>
            <a:br/>
            <a:r>
              <a:rPr sz="1100" b="0">
                <a:solidFill>
                  <a:srgbClr val="475569"/>
                </a:solidFill>
                <a:latin typeface="Calibri"/>
              </a:rPr>
              <a:t>- Stats routes compute monthly aggregates from expense documents.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Project Broken Into 6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Functional decomposition of the existing codebase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1) Presentation and Navigation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React pages, routing, navigation shell, reusable UI cards,
spinners, toasts, and table/chart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7160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2) Budget Management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Budget loading, category utilization computation, single and
batch limit updates, and budget health indicators.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3) Expense Management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Expense CRUD with modal forms, category/date filtering,
transaction table, and inline edit/delete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4) Analytics and Reporting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Summary KPIs, 6-month trends, category breakdown,
recommendations, and alert generation for over-budget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79476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5) API and Business Logic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Express route handlers, request validation, pagination,
aggregation pipelines, error handling, and health 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794760"/>
            <a:ext cx="38404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6) Data Persistence Layer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Mongoose models, MongoDB collections, indexes,
seed data strategy, and schema-level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Data 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Request-response path for budget and expense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1. User action
Add/Edit expense
or update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2. React form state
and client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55448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3. Axios request
to /api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5448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4. Express route
validation +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70332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5. Mongoose and
MongoDB read/write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370332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6. Aggregations
(summary, trends,
categories)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70332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7. JSON response
(success + data)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196596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8. UI refresh
cards/charts/tables
alerts and badges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14600" y="2103120"/>
            <a:ext cx="228600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828032" y="2103120"/>
            <a:ext cx="228600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159752" y="2103120"/>
            <a:ext cx="228600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302752" y="3044952"/>
            <a:ext cx="201168" cy="475488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7178040" y="4270248"/>
            <a:ext cx="228600" cy="22860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4846320" y="4270248"/>
            <a:ext cx="228600" cy="22860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ft Arrow 21"/>
          <p:cNvSpPr/>
          <p:nvPr/>
        </p:nvSpPr>
        <p:spPr>
          <a:xfrm>
            <a:off x="2514600" y="4270248"/>
            <a:ext cx="228600" cy="22860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1508760" y="3063240"/>
            <a:ext cx="201168" cy="475488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9800" y="50749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Legend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475569"/>
                </a:solidFill>
                <a:latin typeface="Calibri"/>
              </a:rPr>
              <a:t>Orange: request path</a:t>
            </a:r>
            <a:br/>
            <a:r>
              <a:rPr sz="1000" b="0">
                <a:solidFill>
                  <a:srgbClr val="475569"/>
                </a:solidFill>
                <a:latin typeface="Calibri"/>
              </a:rPr>
              <a:t>Blue: UI refresh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Use 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Primary interactions supported by the current BudgetWise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25880"/>
            <a:ext cx="9098280" cy="4709160"/>
          </a:xfrm>
          <a:prstGeom prst="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BudgetWise System Boundary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178308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Primary Actor
BudgetWise User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1828800"/>
            <a:ext cx="201168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View Dashboard</a:t>
            </a:r>
          </a:p>
        </p:txBody>
      </p:sp>
      <p:sp>
        <p:nvSpPr>
          <p:cNvPr id="11" name="Oval 10"/>
          <p:cNvSpPr/>
          <p:nvPr/>
        </p:nvSpPr>
        <p:spPr>
          <a:xfrm>
            <a:off x="5440680" y="1737360"/>
            <a:ext cx="219456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Manage Budgets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1828800"/>
            <a:ext cx="256032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Track Expenses
(Add/Edit/Delete/Filter)</a:t>
            </a:r>
          </a:p>
        </p:txBody>
      </p:sp>
      <p:sp>
        <p:nvSpPr>
          <p:cNvPr id="13" name="Oval 12"/>
          <p:cNvSpPr/>
          <p:nvPr/>
        </p:nvSpPr>
        <p:spPr>
          <a:xfrm>
            <a:off x="3794760" y="3657600"/>
            <a:ext cx="219456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View Reports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3566160"/>
            <a:ext cx="265176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Receive Alerts and
Recommendations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94560" y="2286000"/>
            <a:ext cx="1874520" cy="73152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94560" y="2194560"/>
            <a:ext cx="4343400" cy="82296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94560" y="2286000"/>
            <a:ext cx="7178040" cy="73152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94560" y="3017520"/>
            <a:ext cx="2697480" cy="109728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94560" y="3017520"/>
            <a:ext cx="5577840" cy="1005840"/>
          </a:xfrm>
          <a:prstGeom prst="line">
            <a:avLst/>
          </a:prstGeom>
          <a:ln w="1397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Data entities inferred from Mongoose schemas in backend/models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600200"/>
            <a:ext cx="4297680" cy="4206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600200"/>
            <a:ext cx="429768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691640"/>
            <a:ext cx="4151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40233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PK: _id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category (unique, enum)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label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icon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color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monthlyLimit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createdAt, updatedAt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00200"/>
            <a:ext cx="4297680" cy="4206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600200"/>
            <a:ext cx="42976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1691640"/>
            <a:ext cx="4151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0233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PK: _id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category (enum, maps to Budget.category)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description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amount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date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notes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createdAt, updatedAt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Indexes: date, category+date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9240" y="3611880"/>
            <a:ext cx="1463040" cy="0"/>
          </a:xfrm>
          <a:prstGeom prst="line">
            <a:avLst/>
          </a:prstGeom>
          <a:ln w="2286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74920" y="33101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101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379476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category link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989320"/>
            <a:ext cx="10012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0F172A"/>
                </a:solidFill>
                <a:latin typeface="Calibri"/>
              </a:rPr>
              <a:t>Relationship meaning: one budget category can have many expenses in that category.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1264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Project structure and behavior captured directly from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"/>
            <a:ext cx="2011680" cy="457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  <a:latin typeface="Calibri"/>
              </a:rPr>
              <a:t>BudgetWise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What this presentation documents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00" b="0">
                <a:solidFill>
                  <a:srgbClr val="475569"/>
                </a:solidFill>
                <a:latin typeface="Calibri"/>
              </a:rPr>
              <a:t>- Layered architecture from React UI to MongoDB storage
- Six modules aligned to backend routes and frontend pages
- Operational data flow for create/read/update/delete and analytics
- Primary user interactions as use cases
- ER model based on Mongoose schemas
Source references reviewed:
backend/server.js, backend/routes/*.js, backend/models/*.js,
frontend/src/pages/*.jsx, frontend/src/utils/api.js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